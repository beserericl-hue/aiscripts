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Import Wizard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Guide &amp; Test Plan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14400" y="45720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5303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926080" y="45720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468880" y="5303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937760" y="45720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480560" y="5303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949440" y="45720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92240" y="5303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961120" y="45720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503920" y="5303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CSHSE Self-Study Editor   •   Coordinator-facing import flow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AI Import Wizard Does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arrive with a finished self-study report (a Word doc) that has to be split across dozens of standards, sub-specs, faculty rows, and matrix tables.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5603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wizard reads the document once, asks the AI to place each paragraph into the correct cell, then hands the coordinator a Review screen to confirm, edit, or move anything that landed wrong.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4023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a 4-hour copy-paste job into a 10-minute review.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0" y="118872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32320" y="16002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.docx — the wizard takes it from there.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49440" y="260604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2697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2320" y="30175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 paragraphs to standards by meaning, not just keywords.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49440" y="402336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32320" y="44348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in control — edit, move, discard before applying.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Five-Step Flow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417320" y="2377440"/>
            <a:ext cx="877824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.docx and a degree level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74320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74320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Reader extracts structure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0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93776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93776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places content into standards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80960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13232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13232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rows reviewed one at a time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875520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32688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932688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move, discard, then Apply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84632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Linear, but resumable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77240" y="5303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refresh or browser crash returns you to the same step. Edits are persisted as you go — nothing is committed to the self-study until you click Apply on Step 5.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63640" y="484632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9224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Back-and-forth is fine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492240" y="5303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between steps to spot-check. The Review screen always reflects the latest AI placement plus any edits you have made.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320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63040" y="3657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your document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Pick a self-study .docx (Associate / Baccalaureate / Master's).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1945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Confirm the degree level — this picks the standards set.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6974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 Start. The Parse step begins automatically.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0" y="1280160"/>
            <a:ext cx="52120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plan — Step 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12280" y="189280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valid .docx — proceeds to Parse.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12280" y="267004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.pdf — surfaces a clear error, no crash.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12280" y="344728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86600" y="3383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30+ MB file — progress indicator appears.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12280" y="42245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86600" y="4160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mid-upload — returns to a clean upload screen.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12280" y="500176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86600" y="4937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wrong degree, fix it, restart — no stale state.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93776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Heads-up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" y="53492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reimport is required when the underlying parser or matcher changes. Client-only UI fixes do NOT require a reimport — your existing job continues from where you left it.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320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63040" y="3657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 — the Document Reader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Stages you will see (in order):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17190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Reader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0" y="17190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.docx to structured HTML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24048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structure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00400" y="24048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headings, tables, paragraphs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5840" y="3090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chunks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200400" y="3090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content into matchable units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05840" y="37764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200400" y="37764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vector embeddings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48056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05840" y="44622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Indexing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200400" y="4462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chunks into Qdrant for AI matching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58000" y="1280160"/>
            <a:ext cx="49377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088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plan — Step 2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040880" y="19385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0" y="18745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display friendly names (NOT raw "mammoth", "deep_walker").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040880" y="271576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15200" y="26517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shows a check mark when complete.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040880" y="349300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15200" y="34290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parse time stays under ~90s for a typical self-study.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040880" y="427024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0" y="42062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matcher-disconnect mid-parse auto-retries silently.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040880" y="504748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15200" y="49834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Refreshing during Parse resumes at the same stage.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320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63040" y="3657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— AI places content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matcher decides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paragraph, the matcher pulls the most semantically similar standards from Qdrant, then asks Claude Haiku 4.5 to pick the best fit and report a confidence score.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6126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3017520"/>
            <a:ext cx="164592" cy="8412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0906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34015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Auto-placed under the matched spec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977640"/>
            <a:ext cx="6126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97764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40507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43616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Auto-placed but flagged for your eyes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937760"/>
            <a:ext cx="6126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937760"/>
            <a:ext cx="164592" cy="8412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50109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8680" y="53218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 Unplaced with neighbor context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49440" y="1280160"/>
            <a:ext cx="4846320" cy="49377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plan — Step 3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132320" y="19385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0" y="18745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paragraph appears in exactly one bucket.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132320" y="26243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06640" y="25603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colors render correctly.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132320" y="33101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06640" y="32461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paragraph is silently dropped.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132320" y="39959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06640" y="39319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 disconnect mid-run shows a retry banner.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32320" y="46817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06640" y="46177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Reimport after CR-031 produces monotonic byte offsets.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132320" y="53675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06640" y="53035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Show-in-source highlights the right span, not a matrix row.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320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63040" y="3657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— one faculty row at a time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do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17190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each faculty row in turn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0848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giant column-dropdown grid.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26791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the inferred sub-spec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30449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suggests "Spec 12.b", you accept or change.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5840" y="36393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Keep, retag, or remove the row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400507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can be restored from the Review screen.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937760"/>
            <a:ext cx="5943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983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2834640" y="507492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matrix rows arrive with an auto-inferred sub-spec.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766560" y="1280160"/>
            <a:ext cx="50292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49440" y="1371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plan — Step 4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949440" y="19385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2376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sub-spec shown on each row (e.g. "Spec 12.b").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949440" y="26243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23760" y="25603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"Spec ?.?" only appears when AI truly cannot decide.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949440" y="33101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23760" y="32461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row → row appears on the Review screen.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949440" y="39959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39319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this row → row vanishes; Restore brings it back.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49440" y="46817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23760" y="46177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Retag to a different sub-spec → updates Review immediately.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949440" y="53675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23760" y="5303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refresh mid-matrix returns to the same row position.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320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63040" y="3657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— confirm, edit, apply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an item card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943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783080"/>
            <a:ext cx="137160" cy="2560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Faculty Members and their roles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09160" y="187452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40680" y="187452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0680" y="1874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" y="22860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currently employs five core faculty members covering introductory, clinical-skills, and field-placement coursework...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1.a   •   confidence: high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actions live on every card: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49377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691640" y="49377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editor — delete sentences, add a clarifying line.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53035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Discard: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691640" y="5303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+ confirm. Item leaves the spec entirely.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56692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691640" y="56692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into a different spec from the right pane.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766560" y="1280160"/>
            <a:ext cx="50292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0" y="1371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plan — Step 5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949440" y="193852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23760" y="18745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 card lists at least one item or is clearly empty.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949440" y="256032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23760" y="249631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pencil opens a textarea, Save persists, Revert restores.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949440" y="3182112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23760" y="311810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button is visible on every text-bearing card.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949440" y="3803904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223760" y="373989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from source preserves table structure when copying rows.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949440" y="4425696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23760" y="436168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Unplaced bucket shows neighbor context for low-confidence items.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49440" y="504748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223760" y="49834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refresh → all edits, moves, and discards persist.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949440" y="566928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23760" y="560527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→ content lands in the self-study editor untouched.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Edit Pencil (CR-032)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told us the AI sometimes pulls in a paragraph too much. Now you can fix it inline — no need to detour into the self-study editor.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the pencil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textarea replaces the rendered card. The original text is loaded for you.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34840" y="201168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2194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0916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Trim, add, rewrite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09160" y="32461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only — formatting belongs in the self-study editor downstream.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21040" y="201168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595360" y="2194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59536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or Revert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95360" y="32461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persists across refresh. Revert restores the original AI output.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3949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55321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survive a hard refresh — they are persisted via the import store. They are NOT pushed to the self-study until you click Apply on Step 5.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Add from Source — pulling text from the doc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54480" y="141732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544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+ Add from source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743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spec without enough content.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28016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0560" y="141732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7472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 in the doc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20440" y="2743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shows your uploaded .docx, pre-rendered.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09360" y="128016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06640" y="141732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080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selection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46520" y="2743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come over as tables — structure preserved.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235440" y="128016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332720" y="141732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3327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32688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Lands as a new card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372600" y="2743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Edit / Discard controls apply.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114800"/>
            <a:ext cx="11430000" cy="2057400"/>
          </a:xfrm>
          <a:prstGeom prst="roundRect">
            <a:avLst>
              <a:gd name="adj" fmla="val 3556"/>
            </a:avLst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4206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 copied content looks wrong?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7724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paste is never permanent. You have three recovery paths: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77240" y="5074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Edit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77240" y="5394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textarea and clean up the markup directly.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480560" y="5074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Discard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5394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entire card and start fresh with + Add from source.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183880" y="5074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Re-add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183880" y="5394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wider range usually pulls in the wrapping &lt;table&gt; automatically.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— when something goes sideways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234440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3075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Matcher disconnected mid-run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1655064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banner appears with an automatic retry. No manual action needed unless retries exhaust — then click Restart Matching.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212848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212848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286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crash / hard refresh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63347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wizard state is persisted. Re-open the import and you return to the same step with edits intact.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191256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191256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32644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content in a card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3611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Edit to fix it inline, or Discard to remove it. Both survive refresh until you click Apply.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169664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169664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24281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row removed by mistake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8680" y="459028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is on the same row card you used to remove it — Removed rows section at the bottom of the matrix step.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5148072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5148072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522122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Pushed too far and need to restart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68680" y="5568696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→ "Start over" wipes the wizard cleanly. Nothing in the self-study is touched until Apply.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Smoke Test Checklist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end-to-end after every parser, matcher, or store change: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64592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Associate, Baccalaureate, and Master's docs in turn.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2860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friendly stage names ("Document Reader", not "mammoth").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29260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five Parse stages tick green.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35661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step shows confidence bands and bucket distribution.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25196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42062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paragraph silently dropped between Parse and Review.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89204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84632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step: confirm at least one auto-inferred sub-spec.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53212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54864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step: keep + remove + restore a row, confirm Review reflects.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63640" y="169164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164592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edit a card, save, hard-refresh, edit persists.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63640" y="233172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22860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discard a card, refresh, item is still gone.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63640" y="297180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0" y="29260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+ Add from source on a tabular section preserves &lt;table&gt;.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63640" y="361188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35661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+ Add from source on a paragraph section works as before.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263640" y="425196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75120" y="42062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Unplaced bucket shows neighbor context for low-confidence items.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63640" y="489204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75120" y="484632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→ self-study editor opens with imported content correct.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63640" y="553212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54864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Re-enter wizard after Apply: starts from a clean slate.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 &amp; Known Issues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399032"/>
            <a:ext cx="960120" cy="502920"/>
          </a:xfrm>
          <a:prstGeom prst="roundRect">
            <a:avLst>
              <a:gd name="adj" fmla="val 727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399032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130759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Skim Unplaced first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28800" y="16184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faster to find a home for orphaned items first — the rest of the review goes faster once Unplaced is empty.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94560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2359152"/>
            <a:ext cx="960120" cy="502920"/>
          </a:xfrm>
          <a:prstGeom prst="roundRect">
            <a:avLst>
              <a:gd name="adj" fmla="val 727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359152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828800" y="226771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 before you Apply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828800" y="25786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in the wizard are easier than edits in the self-study editor. Trim down long pastes here.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154680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3319272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3319272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828800" y="322783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capture in the source modal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828800" y="35387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individual rows from a long matrix table works — the wrapper &lt;table&gt; is auto-added on capture and on render.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114800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4279392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4279392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828800" y="418795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Reimport required after parser changes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828800" y="44988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engineering pushes a deep_walker or matrix-inference change, restart the import from Step 1.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074920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5800" y="5239512"/>
            <a:ext cx="960120" cy="50292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" y="5239512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828800" y="514807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commits until Apply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828800" y="54589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step back, edit, even start over without touching the published self-study.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Import Wizard — User Guide &amp; Test Plan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beser/Documents/GitHub/AIScripts/CSHSE/docs/decks/csh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import?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steps. Editable on every card. Reversible until you click Apply.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14400" y="41148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4617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Study Editor → AI Import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41148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54880" y="4617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eric@agileadtesting.com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0" y="41148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12480" y="4617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CSHSE/docs/IMPORT_PROCESS_REFERENCE.md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CSHSE Self-Study Editor — AI Import Wizard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Import Wizard — User Guide &amp; Test Plan</dc:title>
  <dc:subject>PptxGenJS Presentation</dc:subject>
  <dc:creator>CSHSE Engineering</dc:creator>
  <cp:lastModifiedBy>CSHSE Engineering</cp:lastModifiedBy>
  <cp:revision>1</cp:revision>
  <dcterms:created xsi:type="dcterms:W3CDTF">2026-05-22T17:52:52Z</dcterms:created>
  <dcterms:modified xsi:type="dcterms:W3CDTF">2026-05-22T17:52:52Z</dcterms:modified>
</cp:coreProperties>
</file>